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000000"/>
                </a:solidFill>
                <a:latin typeface="Arial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032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999999"/>
                </a:solidFill>
                <a:latin typeface="Arial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333500" y="2032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666666"/>
                </a:solidFill>
                <a:latin typeface="Arial"/>
              </a:rPr>
              <a:t>$/item0/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2000" y="3175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999999"/>
                </a:solidFill>
                <a:latin typeface="Arial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333500" y="3175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666666"/>
                </a:solidFill>
                <a:latin typeface="Arial"/>
              </a:rPr>
              <a:t>$/item1/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4318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999999"/>
                </a:solidFill>
                <a:latin typeface="Arial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1333500" y="4318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666666"/>
                </a:solidFill>
                <a:latin typeface="Arial"/>
              </a:rPr>
              <a:t>$/item2/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6350000" y="2032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999999"/>
                </a:solidFill>
                <a:latin typeface="Arial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921500" y="2032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666666"/>
                </a:solidFill>
                <a:latin typeface="Arial"/>
              </a:rPr>
              <a:t>$/item3/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350000" y="3175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999999"/>
                </a:solidFill>
                <a:latin typeface="Arial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921500" y="3175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666666"/>
                </a:solidFill>
                <a:latin typeface="Arial"/>
              </a:rPr>
              <a:t>$/item4/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6350000" y="4318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999999"/>
                </a:solidFill>
                <a:latin typeface="Arial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6921500" y="4318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666666"/>
                </a:solidFill>
                <a:latin typeface="Arial"/>
              </a:rPr>
              <a:t>$/item5/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