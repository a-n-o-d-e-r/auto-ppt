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$/image/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>
            <a:hlinkClick r:id="rId3" tooltip="$/image/"/>
          </p:cNvPr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762000" y="4318000"/>
            <a:ext cx="106680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4000" b="true">
                <a:solidFill>
                  <a:srgbClr val="000000"/>
                </a:solidFill>
                <a:latin typeface="Arial"/>
              </a:rPr>
              <a:t>$/headline/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762000" y="5524500"/>
            <a:ext cx="10668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800" b="false">
                <a:solidFill>
                  <a:srgbClr val="666666"/>
                </a:solidFill>
                <a:latin typeface="Arial"/>
              </a:rPr>
              <a:t>$/subheadline/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