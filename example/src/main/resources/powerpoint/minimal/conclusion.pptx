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62000" y="2413000"/>
            <a:ext cx="10668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ctr"/>
            <a:r>
              <a:rPr lang="en-US" sz="4000" b="true">
                <a:solidFill>
                  <a:srgbClr val="000000"/>
                </a:solidFill>
                <a:latin typeface="Arial"/>
              </a:rPr>
              <a:t>$/title/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62000" y="3810000"/>
            <a:ext cx="10668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ctr"/>
            <a:r>
              <a:rPr lang="en-US" sz="2000" b="false">
                <a:solidFill>
                  <a:srgbClr val="666666"/>
                </a:solidFill>
                <a:latin typeface="Arial"/>
              </a:rPr>
              <a:t>$/subtitle/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