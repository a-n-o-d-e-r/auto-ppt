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1016000" y="1905000"/>
            <a:ext cx="10160000" cy="279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4000" b="true">
                <a:solidFill>
                  <a:srgbClr val="000000"/>
                </a:solidFill>
                <a:latin typeface="Arial"/>
              </a:rPr>
              <a:t>$/statement/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016000" y="4953000"/>
            <a:ext cx="1016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600" b="false">
                <a:solidFill>
                  <a:srgbClr val="666666"/>
                </a:solidFill>
                <a:latin typeface="Arial"/>
              </a:rPr>
              <a:t>$/attribution/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