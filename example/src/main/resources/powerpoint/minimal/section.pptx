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540000"/>
            <a:ext cx="10668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400" b="true">
                <a:solidFill>
                  <a:srgbClr val="999999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7465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666666"/>
                </a:solidFill>
                <a:latin typeface="Arial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