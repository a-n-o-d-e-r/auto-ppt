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999999"/>
                </a:solidFill>
                <a:latin typeface="Arial"/>
              </a:rPr>
              <a:t>$/metric0.value/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$/metric0.label/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556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999999"/>
                </a:solidFill>
                <a:latin typeface="Arial"/>
              </a:rPr>
              <a:t>$/metric1.value/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3556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$/metric1.label/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999999"/>
                </a:solidFill>
                <a:latin typeface="Arial"/>
              </a:rPr>
              <a:t>$/metric2.value/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$/metric2.label/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144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999999"/>
                </a:solidFill>
                <a:latin typeface="Arial"/>
              </a:rPr>
              <a:t>$/metric3.value/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9144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$/metric3.label/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