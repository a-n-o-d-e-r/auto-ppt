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$/person0.photo/" TargetMode="External" Type="http://schemas.openxmlformats.org/officeDocument/2006/relationships/hyperlink"/><Relationship Id="rId4" Target="$/person1.photo/" TargetMode="External" Type="http://schemas.openxmlformats.org/officeDocument/2006/relationships/hyperlink"/><Relationship Id="rId5" Target="$/person2.photo/" TargetMode="External" Type="http://schemas.openxmlformats.org/officeDocument/2006/relationships/hyperlink"/><Relationship Id="rId6" Target="$/person3.photo/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762000" y="635000"/>
            <a:ext cx="10668000" cy="88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3000" b="true">
                <a:solidFill>
                  <a:srgbClr val="000000"/>
                </a:solidFill>
                <a:latin typeface="Arial"/>
              </a:rPr>
              <a:t>$/title/</a:t>
            </a:r>
          </a:p>
        </p:txBody>
      </p:sp>
      <p:pic>
        <p:nvPicPr>
          <p:cNvPr name="Picture 3" id="3">
            <a:hlinkClick r:id="rId3" tooltip="$/person0.photo/"/>
          </p:cNvPr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032000"/>
            <a:ext cx="2286000" cy="2286000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>
            <a:off x="762000" y="4508500"/>
            <a:ext cx="2286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800" b="true">
                <a:solidFill>
                  <a:srgbClr val="000000"/>
                </a:solidFill>
                <a:latin typeface="Arial"/>
              </a:rPr>
              <a:t>$/person0.name/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762000" y="5016500"/>
            <a:ext cx="2286000" cy="88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300" b="false">
                <a:solidFill>
                  <a:srgbClr val="666666"/>
                </a:solidFill>
                <a:latin typeface="Arial"/>
              </a:rPr>
              <a:t>$/person0.role/</a:t>
            </a:r>
          </a:p>
        </p:txBody>
      </p:sp>
      <p:pic>
        <p:nvPicPr>
          <p:cNvPr name="Picture 6" id="6">
            <a:hlinkClick r:id="rId4" tooltip="$/person1.photo/"/>
          </p:cNvPr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0" y="2032000"/>
            <a:ext cx="2286000" cy="22860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>
            <a:off x="3556000" y="4508500"/>
            <a:ext cx="2286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800" b="true">
                <a:solidFill>
                  <a:srgbClr val="000000"/>
                </a:solidFill>
                <a:latin typeface="Arial"/>
              </a:rPr>
              <a:t>$/person1.name/</a:t>
            </a:r>
          </a:p>
        </p:txBody>
      </p:sp>
      <p:sp>
        <p:nvSpPr>
          <p:cNvPr name="TextBox 8" id="8"/>
          <p:cNvSpPr txBox="true"/>
          <p:nvPr/>
        </p:nvSpPr>
        <p:spPr>
          <a:xfrm>
            <a:off x="3556000" y="5016500"/>
            <a:ext cx="2286000" cy="88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300" b="false">
                <a:solidFill>
                  <a:srgbClr val="666666"/>
                </a:solidFill>
                <a:latin typeface="Arial"/>
              </a:rPr>
              <a:t>$/person1.role/</a:t>
            </a:r>
          </a:p>
        </p:txBody>
      </p:sp>
      <p:pic>
        <p:nvPicPr>
          <p:cNvPr name="Picture 9" id="9">
            <a:hlinkClick r:id="rId5" tooltip="$/person2.photo/"/>
          </p:cNvPr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0" y="2032000"/>
            <a:ext cx="2286000" cy="22860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>
            <a:off x="6350000" y="4508500"/>
            <a:ext cx="2286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800" b="true">
                <a:solidFill>
                  <a:srgbClr val="000000"/>
                </a:solidFill>
                <a:latin typeface="Arial"/>
              </a:rPr>
              <a:t>$/person2.name/</a:t>
            </a:r>
          </a:p>
        </p:txBody>
      </p:sp>
      <p:sp>
        <p:nvSpPr>
          <p:cNvPr name="TextBox 11" id="11"/>
          <p:cNvSpPr txBox="true"/>
          <p:nvPr/>
        </p:nvSpPr>
        <p:spPr>
          <a:xfrm>
            <a:off x="6350000" y="5016500"/>
            <a:ext cx="2286000" cy="88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300" b="false">
                <a:solidFill>
                  <a:srgbClr val="666666"/>
                </a:solidFill>
                <a:latin typeface="Arial"/>
              </a:rPr>
              <a:t>$/person2.role/</a:t>
            </a:r>
          </a:p>
        </p:txBody>
      </p:sp>
      <p:pic>
        <p:nvPicPr>
          <p:cNvPr name="Picture 12" id="12">
            <a:hlinkClick r:id="rId6" tooltip="$/person3.photo/"/>
          </p:cNvPr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2032000"/>
            <a:ext cx="2286000" cy="22860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>
            <a:off x="9144000" y="4508500"/>
            <a:ext cx="2286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800" b="true">
                <a:solidFill>
                  <a:srgbClr val="000000"/>
                </a:solidFill>
                <a:latin typeface="Arial"/>
              </a:rPr>
              <a:t>$/person3.name/</a:t>
            </a:r>
          </a:p>
        </p:txBody>
      </p:sp>
      <p:sp>
        <p:nvSpPr>
          <p:cNvPr name="TextBox 14" id="14"/>
          <p:cNvSpPr txBox="true"/>
          <p:nvPr/>
        </p:nvSpPr>
        <p:spPr>
          <a:xfrm>
            <a:off x="9144000" y="5016500"/>
            <a:ext cx="2286000" cy="889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"/>
              <a:t/>
            </a:r>
            <a:endParaRPr lang="en-US" sz="1100"/>
          </a:p>
          <a:p>
            <a:pPr algn="l"/>
            <a:r>
              <a:rPr lang="en-US" sz="1300" b="false">
                <a:solidFill>
                  <a:srgbClr val="666666"/>
                </a:solidFill>
                <a:latin typeface="Arial"/>
              </a:rPr>
              <a:t>$/person3.role/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