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000000"/>
                </a:solidFill>
                <a:latin typeface="Arial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2159000"/>
            <a:ext cx="4826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999999"/>
                </a:solidFill>
                <a:latin typeface="Arial"/>
              </a:rPr>
              <a:t>$/left.title/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762000" y="2794000"/>
            <a:ext cx="4826000" cy="228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500" b="false">
                <a:solidFill>
                  <a:srgbClr val="666666"/>
                </a:solidFill>
                <a:latin typeface="Arial"/>
              </a:rPr>
              <a:t>$/left.text/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6604000" y="2159000"/>
            <a:ext cx="4826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999999"/>
                </a:solidFill>
                <a:latin typeface="Arial"/>
              </a:rPr>
              <a:t>$/right.title/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6604000" y="2794000"/>
            <a:ext cx="4826000" cy="228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500" b="false">
                <a:solidFill>
                  <a:srgbClr val="666666"/>
                </a:solidFill>
                <a:latin typeface="Arial"/>
              </a:rPr>
              <a:t>$/right.text/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