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999999"/>
                </a:solidFill>
                <a:latin typeface="Arial"/>
              </a:rPr>
              <a:t>$/part0.title/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$/part0.text/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4445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999999"/>
                </a:solidFill>
                <a:latin typeface="Arial"/>
              </a:rPr>
              <a:t>$/part1.title/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4445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$/part1.text/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128000" y="2159000"/>
            <a:ext cx="3302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true">
                <a:solidFill>
                  <a:srgbClr val="999999"/>
                </a:solidFill>
                <a:latin typeface="Arial"/>
              </a:rPr>
              <a:t>$/part2.title/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128000" y="2794000"/>
            <a:ext cx="3302000" cy="203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666666"/>
                </a:solidFill>
                <a:latin typeface="Arial"/>
              </a:rPr>
              <a:t>$/part2.text/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