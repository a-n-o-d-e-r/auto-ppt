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159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666666"/>
                </a:solidFill>
                <a:latin typeface="Arial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