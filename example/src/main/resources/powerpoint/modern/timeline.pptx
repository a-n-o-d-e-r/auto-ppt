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E0386B"/>
                </a:solidFill>
                <a:latin typeface="Verdana"/>
              </a:rPr>
              <a:t>$/milestone0.date/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$/milestone0.text/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9972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E0386B"/>
                </a:solidFill>
                <a:latin typeface="Verdana"/>
              </a:rPr>
              <a:t>$/milestone1.date/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972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$/milestone1.text/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52324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E0386B"/>
                </a:solidFill>
                <a:latin typeface="Verdana"/>
              </a:rPr>
              <a:t>$/milestone2.date/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2324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$/milestone2.text/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4676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E0386B"/>
                </a:solidFill>
                <a:latin typeface="Verdana"/>
              </a:rPr>
              <a:t>$/milestone3.date/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4676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$/milestone3.text/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97028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E0386B"/>
                </a:solidFill>
                <a:latin typeface="Verdana"/>
              </a:rPr>
              <a:t>$/milestone4.date/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97028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$/milestone4.text/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