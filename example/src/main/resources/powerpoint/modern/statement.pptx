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1905000"/>
            <a:ext cx="10160000" cy="279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222222"/>
                </a:solidFill>
                <a:latin typeface="Verdana"/>
              </a:rPr>
              <a:t>$/statement/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016000" y="4953000"/>
            <a:ext cx="1016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555555"/>
                </a:solidFill>
                <a:latin typeface="Verdana"/>
              </a:rPr>
              <a:t>$/attribution/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