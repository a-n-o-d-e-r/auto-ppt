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032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333500" y="2032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$/item0/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3175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333500" y="3175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$/item1/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4318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1333500" y="4318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$/item2/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350000" y="2032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921500" y="2032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$/item3/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0" y="3175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921500" y="3175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$/item4/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350000" y="4318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E0386B"/>
                </a:solidFill>
                <a:latin typeface="Verdana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6921500" y="4318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$/item5/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