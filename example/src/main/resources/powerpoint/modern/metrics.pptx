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222222"/>
                </a:solidFill>
                <a:latin typeface="Verdana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413000"/>
            <a:ext cx="2540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E0386B"/>
                </a:solidFill>
                <a:latin typeface="Verdana"/>
              </a:rPr>
              <a:t>$/metric0.value/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3556000"/>
            <a:ext cx="2540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555555"/>
                </a:solidFill>
                <a:latin typeface="Verdana"/>
              </a:rPr>
              <a:t>$/metric0.label/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3556000" y="2413000"/>
            <a:ext cx="2540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E0386B"/>
                </a:solidFill>
                <a:latin typeface="Verdana"/>
              </a:rPr>
              <a:t>$/metric1.value/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3556000" y="3556000"/>
            <a:ext cx="2540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555555"/>
                </a:solidFill>
                <a:latin typeface="Verdana"/>
              </a:rPr>
              <a:t>$/metric1.label/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350000" y="2413000"/>
            <a:ext cx="2540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E0386B"/>
                </a:solidFill>
                <a:latin typeface="Verdana"/>
              </a:rPr>
              <a:t>$/metric2.value/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6350000" y="3556000"/>
            <a:ext cx="2540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555555"/>
                </a:solidFill>
                <a:latin typeface="Verdana"/>
              </a:rPr>
              <a:t>$/metric2.label/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9144000" y="2413000"/>
            <a:ext cx="2540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E0386B"/>
                </a:solidFill>
                <a:latin typeface="Verdana"/>
              </a:rPr>
              <a:t>$/metric3.value/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9144000" y="3556000"/>
            <a:ext cx="2540000" cy="152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555555"/>
                </a:solidFill>
                <a:latin typeface="Verdana"/>
              </a:rPr>
              <a:t>$/metric3.label/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