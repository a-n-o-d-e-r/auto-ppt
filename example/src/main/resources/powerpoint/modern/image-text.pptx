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image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pic>
        <p:nvPicPr>
          <p:cNvPr name="Picture 3" id="3">
            <a:hlinkClick r:id="rId3" tooltip="$/image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5080000" cy="3810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6477000" y="1905000"/>
            <a:ext cx="4953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555555"/>
                </a:solidFill>
                <a:latin typeface="Verdana"/>
              </a:rPr>
              <a:t>$/text/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