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chart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pic>
        <p:nvPicPr>
          <p:cNvPr name="Picture 3" id="3">
            <a:hlinkClick r:id="rId3" tooltip="$/chart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668000" cy="3683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762000" y="56515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555555"/>
                </a:solidFill>
                <a:latin typeface="Verdana"/>
              </a:rPr>
              <a:t>$/takeaway/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