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2159000"/>
            <a:ext cx="10668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4000" b="true">
                <a:solidFill>
                  <a:srgbClr val="222222"/>
                </a:solidFill>
                <a:latin typeface="Verdana"/>
              </a:rPr>
              <a:t>$/title/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3556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2000" b="false">
                <a:solidFill>
                  <a:srgbClr val="555555"/>
                </a:solidFill>
                <a:latin typeface="Verdana"/>
              </a:rPr>
              <a:t>$/subtitle/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