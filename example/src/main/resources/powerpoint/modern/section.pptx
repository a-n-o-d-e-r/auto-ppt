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2540000"/>
            <a:ext cx="106680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400" b="true">
                <a:solidFill>
                  <a:srgbClr val="E0386B"/>
                </a:solidFill>
                <a:latin typeface="Verdana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3746500"/>
            <a:ext cx="10668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555555"/>
                </a:solidFill>
                <a:latin typeface="Verdana"/>
              </a:rPr>
              <a:t>$/subtitle/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