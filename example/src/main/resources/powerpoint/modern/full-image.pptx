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$/image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r:id="rId3" tooltip="$/image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762000" y="4318000"/>
            <a:ext cx="106680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000" b="true">
                <a:solidFill>
                  <a:srgbClr val="222222"/>
                </a:solidFill>
                <a:latin typeface="Verdana"/>
              </a:rPr>
              <a:t>$/headline/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5524500"/>
            <a:ext cx="10668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555555"/>
                </a:solidFill>
                <a:latin typeface="Verdana"/>
              </a:rPr>
              <a:t>$/subheadline/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