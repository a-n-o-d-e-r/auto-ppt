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E0386B"/>
                </a:solidFill>
                <a:latin typeface="Verdana"/>
              </a:rPr>
              <a:t>$/part0.title/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$/part0.text/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E0386B"/>
                </a:solidFill>
                <a:latin typeface="Verdana"/>
              </a:rPr>
              <a:t>$/part1.title/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$/part1.text/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128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E0386B"/>
                </a:solidFill>
                <a:latin typeface="Verdana"/>
              </a:rPr>
              <a:t>$/part2.title/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128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$/part2.text/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