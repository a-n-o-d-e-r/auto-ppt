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413000"/>
            <a:ext cx="10668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ctr"/>
            <a:r>
              <a:rPr lang="en-US" sz="4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810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ctr"/>
            <a:r>
              <a:rPr lang="en-US" sz="2000" b="false">
                <a:solidFill>
                  <a:srgbClr val="555555"/>
                </a:solidFill>
                <a:latin typeface="Verdana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