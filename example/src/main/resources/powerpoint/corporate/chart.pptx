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$/chart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635000"/>
            <a:ext cx="10668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000" b="true">
                <a:solidFill>
                  <a:srgbClr val="1F3864"/>
                </a:solidFill>
                <a:latin typeface="Calibri"/>
              </a:rPr>
              <a:t>$/title/</a:t>
            </a:r>
          </a:p>
        </p:txBody>
      </p:sp>
      <p:pic>
        <p:nvPicPr>
          <p:cNvPr name="Picture 3" id="3">
            <a:hlinkClick r:id="rId3" tooltip="$/chart/"/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78000"/>
            <a:ext cx="10668000" cy="3683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>
            <a:off x="762000" y="5651500"/>
            <a:ext cx="10668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600" b="false">
                <a:solidFill>
                  <a:srgbClr val="404040"/>
                </a:solidFill>
                <a:latin typeface="Calibri"/>
              </a:rPr>
              <a:t>$/takeaway/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