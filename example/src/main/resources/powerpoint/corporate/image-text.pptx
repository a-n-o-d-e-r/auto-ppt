
<file path=[Content_Types].xml><?xml version="1.0" encoding="utf-8"?>
<Types xmlns="http://schemas.openxmlformats.org/package/2006/content-types">
  <Default ContentType="image/jpeg" Extension="jpeg"/>
  <Default ContentType="image/png" Extension="png"/>
  <Default ContentType="application/vnd.openxmlformats-package.relationships+xml" Extension="rels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6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2" Target="presProps.xml" Type="http://schemas.openxmlformats.org/officeDocument/2006/relationships/presProps"/><Relationship Id="rId3" Target="viewProps.xml" Type="http://schemas.openxmlformats.org/officeDocument/2006/relationships/viewProps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$/image/" TargetMode="External" Type="http://schemas.openxmlformats.org/officeDocument/2006/relationships/hyperlink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>
            <a:off x="762000" y="635000"/>
            <a:ext cx="10668000" cy="889000"/>
          </a:xfrm>
          <a:prstGeom prst="rect">
            <a:avLst/>
          </a:prstGeom>
        </p:spPr>
        <p:txBody>
          <a:bodyPr anchor="t" rtlCol="false"/>
          <a:lstStyle/>
          <a:p>
            <a:pPr algn="l">
              <a:defRPr/>
            </a:pPr>
            <a:r>
              <a:rPr lang="en"/>
              <a:t/>
            </a:r>
            <a:endParaRPr lang="en-US" sz="1100"/>
          </a:p>
          <a:p>
            <a:pPr algn="l"/>
            <a:r>
              <a:rPr lang="en-US" sz="3000" b="true">
                <a:solidFill>
                  <a:srgbClr val="1F3864"/>
                </a:solidFill>
                <a:latin typeface="Calibri"/>
              </a:rPr>
              <a:t>$/title/</a:t>
            </a:r>
          </a:p>
        </p:txBody>
      </p:sp>
      <p:pic>
        <p:nvPicPr>
          <p:cNvPr name="Picture 3" id="3">
            <a:hlinkClick r:id="rId3" tooltip="$/image/"/>
          </p:cNvPr>
          <p:cNvPicPr>
            <a:picLocks noChangeAspect="true"/>
          </p:cNvPicPr>
          <p:nvPr/>
        </p:nvPicPr>
        <p:blipFill>
          <a:blip r:embed="rId2"/>
          <a:stretch>
            <a:fillRect/>
          </a:stretch>
        </p:blipFill>
        <p:spPr>
          <a:xfrm>
            <a:off x="762000" y="1905000"/>
            <a:ext cx="5080000" cy="3810000"/>
          </a:xfrm>
          <a:prstGeom prst="rect">
            <a:avLst/>
          </a:prstGeom>
        </p:spPr>
      </p:pic>
      <p:sp>
        <p:nvSpPr>
          <p:cNvPr name="TextBox 4" id="4"/>
          <p:cNvSpPr txBox="true"/>
          <p:nvPr/>
        </p:nvSpPr>
        <p:spPr>
          <a:xfrm>
            <a:off x="6477000" y="1905000"/>
            <a:ext cx="4953000" cy="3810000"/>
          </a:xfrm>
          <a:prstGeom prst="rect">
            <a:avLst/>
          </a:prstGeom>
        </p:spPr>
        <p:txBody>
          <a:bodyPr anchor="t" rtlCol="false"/>
          <a:lstStyle/>
          <a:p>
            <a:pPr algn="l">
              <a:defRPr/>
            </a:pPr>
            <a:r>
              <a:rPr lang="en"/>
              <a:t/>
            </a:r>
            <a:endParaRPr lang="en-US" sz="1100"/>
          </a:p>
          <a:p>
            <a:pPr algn="l"/>
            <a:r>
              <a:rPr lang="en-US" sz="1600" b="false">
                <a:solidFill>
                  <a:srgbClr val="404040"/>
                </a:solidFill>
                <a:latin typeface="Calibri"/>
              </a:rPr>
              <a:t>$/text/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terms:modified xsi:type="dcterms:W3CDTF">2011-08-01T06:04:30Z</dcterms:modified>
  <cp:revision>1</cp:revision>
</cp:coreProperties>
</file>