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2413000"/>
            <a:ext cx="10668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ctr"/>
            <a:r>
              <a:rPr lang="en-US" sz="4000" b="true">
                <a:solidFill>
                  <a:srgbClr val="1F3864"/>
                </a:solidFill>
                <a:latin typeface="Calibri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3810000"/>
            <a:ext cx="1066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ctr"/>
            <a:r>
              <a:rPr lang="en-US" sz="2000" b="false">
                <a:solidFill>
                  <a:srgbClr val="404040"/>
                </a:solidFill>
                <a:latin typeface="Calibri"/>
              </a:rPr>
              <a:t>$/subtitle/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