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1F3864"/>
                </a:solidFill>
                <a:latin typeface="Calibri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2413000"/>
            <a:ext cx="2540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400" b="true">
                <a:solidFill>
                  <a:srgbClr val="2E74B5"/>
                </a:solidFill>
                <a:latin typeface="Calibri"/>
              </a:rPr>
              <a:t>$/metric0.value/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62000" y="3556000"/>
            <a:ext cx="2540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404040"/>
                </a:solidFill>
                <a:latin typeface="Calibri"/>
              </a:rPr>
              <a:t>$/metric0.label/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3556000" y="2413000"/>
            <a:ext cx="2540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400" b="true">
                <a:solidFill>
                  <a:srgbClr val="2E74B5"/>
                </a:solidFill>
                <a:latin typeface="Calibri"/>
              </a:rPr>
              <a:t>$/metric1.value/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3556000" y="3556000"/>
            <a:ext cx="2540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404040"/>
                </a:solidFill>
                <a:latin typeface="Calibri"/>
              </a:rPr>
              <a:t>$/metric1.label/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6350000" y="2413000"/>
            <a:ext cx="2540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400" b="true">
                <a:solidFill>
                  <a:srgbClr val="2E74B5"/>
                </a:solidFill>
                <a:latin typeface="Calibri"/>
              </a:rPr>
              <a:t>$/metric2.value/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6350000" y="3556000"/>
            <a:ext cx="2540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404040"/>
                </a:solidFill>
                <a:latin typeface="Calibri"/>
              </a:rPr>
              <a:t>$/metric2.label/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9144000" y="2413000"/>
            <a:ext cx="2540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400" b="true">
                <a:solidFill>
                  <a:srgbClr val="2E74B5"/>
                </a:solidFill>
                <a:latin typeface="Calibri"/>
              </a:rPr>
              <a:t>$/metric3.value/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9144000" y="3556000"/>
            <a:ext cx="2540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404040"/>
                </a:solidFill>
                <a:latin typeface="Calibri"/>
              </a:rPr>
              <a:t>$/metric3.label/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