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540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400" b="true">
                <a:solidFill>
                  <a:srgbClr val="2E74B5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7465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