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159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556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404040"/>
                </a:solidFill>
                <a:latin typeface="Calibri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