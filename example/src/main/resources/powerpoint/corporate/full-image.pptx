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image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r:id="rId3" tooltip="$/image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762000" y="4318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1F3864"/>
                </a:solidFill>
                <a:latin typeface="Calibri"/>
              </a:rPr>
              <a:t>$/headline/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5524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$/subheadline/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