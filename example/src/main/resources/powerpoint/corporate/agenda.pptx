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1F3864"/>
                </a:solidFill>
                <a:latin typeface="Calibri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1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333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$/item0/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333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$/item1/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762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1333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$/item2/</a:t>
            </a:r>
          </a:p>
        </p:txBody>
      </p:sp>
      <p:sp>
        <p:nvSpPr>
          <p:cNvPr name="TextBox 9" id="9"/>
          <p:cNvSpPr txBox="true"/>
          <p:nvPr/>
        </p:nvSpPr>
        <p:spPr>
          <a:xfrm>
            <a:off x="6350000" y="2032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>
            <a:off x="6921500" y="2032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$/item3/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3175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>
            <a:off x="6921500" y="3175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$/item4/</a:t>
            </a:r>
          </a:p>
        </p:txBody>
      </p:sp>
      <p:sp>
        <p:nvSpPr>
          <p:cNvPr name="TextBox 13" id="13"/>
          <p:cNvSpPr txBox="true"/>
          <p:nvPr/>
        </p:nvSpPr>
        <p:spPr>
          <a:xfrm>
            <a:off x="6350000" y="4318000"/>
            <a:ext cx="508000" cy="5715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200" b="true">
                <a:solidFill>
                  <a:srgbClr val="2E74B5"/>
                </a:solidFill>
                <a:latin typeface="Calibri"/>
              </a:rPr>
              <a:t>6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6921500" y="4318000"/>
            <a:ext cx="45085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false">
                <a:solidFill>
                  <a:srgbClr val="404040"/>
                </a:solidFill>
                <a:latin typeface="Calibri"/>
              </a:rPr>
              <a:t>$/item5/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