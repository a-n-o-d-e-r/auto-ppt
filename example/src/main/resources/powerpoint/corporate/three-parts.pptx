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1F3864"/>
                </a:solidFill>
                <a:latin typeface="Calibri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159000"/>
            <a:ext cx="3302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000" b="true">
                <a:solidFill>
                  <a:srgbClr val="2E74B5"/>
                </a:solidFill>
                <a:latin typeface="Calibri"/>
              </a:rPr>
              <a:t>$/part0.title/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2794000"/>
            <a:ext cx="3302000" cy="203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404040"/>
                </a:solidFill>
                <a:latin typeface="Calibri"/>
              </a:rPr>
              <a:t>$/part0.text/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2159000"/>
            <a:ext cx="3302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000" b="true">
                <a:solidFill>
                  <a:srgbClr val="2E74B5"/>
                </a:solidFill>
                <a:latin typeface="Calibri"/>
              </a:rPr>
              <a:t>$/part1.title/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2794000"/>
            <a:ext cx="3302000" cy="203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404040"/>
                </a:solidFill>
                <a:latin typeface="Calibri"/>
              </a:rPr>
              <a:t>$/part1.text/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8128000" y="2159000"/>
            <a:ext cx="3302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000" b="true">
                <a:solidFill>
                  <a:srgbClr val="2E74B5"/>
                </a:solidFill>
                <a:latin typeface="Calibri"/>
              </a:rPr>
              <a:t>$/part2.title/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128000" y="2794000"/>
            <a:ext cx="3302000" cy="203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404040"/>
                </a:solidFill>
                <a:latin typeface="Calibri"/>
              </a:rPr>
              <a:t>$/part2.text/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