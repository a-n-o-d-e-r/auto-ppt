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1F3864"/>
                </a:solidFill>
                <a:latin typeface="Calibri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159000"/>
            <a:ext cx="4826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2E74B5"/>
                </a:solidFill>
                <a:latin typeface="Calibri"/>
              </a:rPr>
              <a:t>$/left.title/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2794000"/>
            <a:ext cx="4826000" cy="228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500" b="false">
                <a:solidFill>
                  <a:srgbClr val="404040"/>
                </a:solidFill>
                <a:latin typeface="Calibri"/>
              </a:rPr>
              <a:t>$/left.text/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604000" y="2159000"/>
            <a:ext cx="4826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2E74B5"/>
                </a:solidFill>
                <a:latin typeface="Calibri"/>
              </a:rPr>
              <a:t>$/right.title/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604000" y="2794000"/>
            <a:ext cx="4826000" cy="228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500" b="false">
                <a:solidFill>
                  <a:srgbClr val="404040"/>
                </a:solidFill>
                <a:latin typeface="Calibri"/>
              </a:rPr>
              <a:t>$/right.text/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