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1270000" y="1778000"/>
            <a:ext cx="9652000" cy="254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3200" b="false">
                <a:solidFill>
                  <a:srgbClr val="1F3864"/>
                </a:solidFill>
                <a:latin typeface="Calibri"/>
              </a:rPr>
              <a:t>$/quote/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1270000" y="4699000"/>
            <a:ext cx="965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1800" b="true">
                <a:solidFill>
                  <a:srgbClr val="2E74B5"/>
                </a:solidFill>
                <a:latin typeface="Calibri"/>
              </a:rPr>
              <a:t>$/author/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1270000" y="5207000"/>
            <a:ext cx="965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1400" b="false">
                <a:solidFill>
                  <a:srgbClr val="404040"/>
                </a:solidFill>
                <a:latin typeface="Calibri"/>
              </a:rPr>
              <a:t>$/role/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